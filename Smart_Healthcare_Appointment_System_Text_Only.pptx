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Smart Healthcare Appointment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End-to-end prototype ensuring smooth, transparent, and secure communication between doctors and patients.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Patients face long wait times, appointment mismanagement, and lack of centralized access to their health data. Existing systems are fragmented between hospitals, doctors, and patients.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• Create a healthcare portal for managing appointments, prescriptions, and reports.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Design interfaces for multiple roles: patients, doctors, and administrators.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Integrate teleconsultation features and reminders.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Ensure HIPAA compliance and data privacy.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Figma, Miro, Adobe XD, Useberry (for usability testing), Google Sheets (for data mapping).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1. Patient – Can book appointments, view prescriptions, and access reports.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2. Doctor – Can manage appointments, view patient history, and provide prescriptions.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3. Admin – Manages user data, appointments, and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Patient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1. Splash Screen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2. Login / Signup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3. Patient Dashboard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4. Book Appointment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5. Appointment Confirmation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6. My Appointments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7. Teleconsultation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8. Medical Records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9. Notifications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10. Profile &amp;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Doctor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1. Doctor Dashboard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2. Patient Detail View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3. Consultation Screen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4. Add Prescription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5. Schedule Management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6. Profile &amp; Earnings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Admin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1. Admin Login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2. Dashboard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3. Manage Users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4. Manage Appointments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5. Reports &amp; Analytics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6.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Information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Centralized system connecting patients, doctors, and admin roles through a unified healthcare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Prototype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• Easy booking and scheduling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Video consultations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Digital prescriptions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Report uploads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Notifications and reminders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Secure login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• Reduced waiting time and mismanagement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Seamless patient-doctor communication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Enhanced accessibility and data security</a:t>
            </a:r>
          </a:p>
          <a:p>
            <a:pPr>
              <a:defRPr>
                <a:solidFill>
                  <a:srgbClr val="003333"/>
                </a:solidFill>
              </a:defRPr>
            </a:pPr>
            <a:r>
              <a:t>• Increased user satisfaction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3333"/>
                </a:solidFill>
              </a:defRPr>
            </a:pPr>
            <a:r>
              <a:t>The Smart Healthcare Appointment System delivers a comprehensive, user-centered digital solution improving healthcare accessibility and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